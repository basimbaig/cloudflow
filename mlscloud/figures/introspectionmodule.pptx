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777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2074" y="-82"/>
      </p:cViewPr>
      <p:guideLst>
        <p:guide orient="horz" pos="24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21E08D-CED2-4ED5-8D33-403CF5F07823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1288" y="685800"/>
            <a:ext cx="40354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3B7B5-7EB7-4F7F-8766-1D6127109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3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11288" y="685800"/>
            <a:ext cx="40354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B3B7B5-7EB7-4F7F-8766-1D6127109D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74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4482"/>
            <a:ext cx="777240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404360"/>
            <a:ext cx="6400800" cy="1986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5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8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994487"/>
            <a:ext cx="7772400" cy="154368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94275"/>
            <a:ext cx="7772400" cy="1700212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834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13560"/>
            <a:ext cx="4038600" cy="5129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13560"/>
            <a:ext cx="4038600" cy="51294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8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39795"/>
            <a:ext cx="4040188" cy="725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64859"/>
            <a:ext cx="4040188" cy="44781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739795"/>
            <a:ext cx="4041775" cy="725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464859"/>
            <a:ext cx="4041775" cy="447812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06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0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48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09457"/>
            <a:ext cx="3008313" cy="131699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09457"/>
            <a:ext cx="5111750" cy="663352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26447"/>
            <a:ext cx="3008313" cy="531653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71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40680"/>
            <a:ext cx="5486400" cy="64230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94478"/>
            <a:ext cx="5486400" cy="46634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82983"/>
            <a:ext cx="5486400" cy="9121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82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22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1257"/>
            <a:ext cx="2057400" cy="663172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1257"/>
            <a:ext cx="6019800" cy="663172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5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11256"/>
            <a:ext cx="8229600" cy="1295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13560"/>
            <a:ext cx="8229600" cy="5129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7203864"/>
            <a:ext cx="213360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5F009-A729-48A5-9CD7-DBC1B00EC965}" type="datetimeFigureOut">
              <a:rPr lang="en-US" smtClean="0"/>
              <a:t>5/7/2013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7203864"/>
            <a:ext cx="289560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7203864"/>
            <a:ext cx="213360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F14A2-C921-46ED-8DB6-4EC51AD7D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228600" y="304800"/>
            <a:ext cx="8686800" cy="70286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609600" y="4981214"/>
            <a:ext cx="7924800" cy="213360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884886" y="5420170"/>
            <a:ext cx="3680138" cy="15422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082040" y="1667278"/>
            <a:ext cx="1537952" cy="92352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CloudFlow</a:t>
            </a:r>
            <a:endParaRPr lang="en-US" b="1" dirty="0" smtClean="0">
              <a:solidFill>
                <a:schemeClr val="tx1"/>
              </a:solidFill>
            </a:endParaRP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Introspection Thread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264276" y="5743215"/>
            <a:ext cx="1174124" cy="5301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Linux Task List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2814570" y="5743215"/>
            <a:ext cx="1528830" cy="5301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SELinux</a:t>
            </a:r>
            <a:r>
              <a:rPr lang="en-US" dirty="0" smtClean="0">
                <a:solidFill>
                  <a:schemeClr val="tx1"/>
                </a:solidFill>
              </a:rPr>
              <a:t> Hash Table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565024" y="5420169"/>
            <a:ext cx="3680138" cy="15422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676400" y="6593083"/>
            <a:ext cx="2283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Guest Kernel Space</a:t>
            </a:r>
            <a:endParaRPr lang="en-US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5562600" y="659308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Guest User Space</a:t>
            </a:r>
            <a:endParaRPr lang="en-US" b="1" dirty="0"/>
          </a:p>
        </p:txBody>
      </p:sp>
      <p:sp>
        <p:nvSpPr>
          <p:cNvPr id="61" name="Rectangle 60"/>
          <p:cNvSpPr/>
          <p:nvPr/>
        </p:nvSpPr>
        <p:spPr>
          <a:xfrm>
            <a:off x="5818127" y="5926201"/>
            <a:ext cx="1528830" cy="53018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Application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555615" y="4992883"/>
            <a:ext cx="197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Guest OS Thread</a:t>
            </a:r>
            <a:endParaRPr lang="en-US" b="1" dirty="0"/>
          </a:p>
        </p:txBody>
      </p:sp>
      <p:sp>
        <p:nvSpPr>
          <p:cNvPr id="63" name="TextBox 62"/>
          <p:cNvSpPr txBox="1"/>
          <p:nvPr/>
        </p:nvSpPr>
        <p:spPr>
          <a:xfrm>
            <a:off x="285402" y="300335"/>
            <a:ext cx="29911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KVM-QEMU Process</a:t>
            </a:r>
            <a:endParaRPr lang="en-US" sz="2400" b="1" dirty="0"/>
          </a:p>
        </p:txBody>
      </p:sp>
      <p:sp>
        <p:nvSpPr>
          <p:cNvPr id="64" name="Rectangle 63"/>
          <p:cNvSpPr/>
          <p:nvPr/>
        </p:nvSpPr>
        <p:spPr>
          <a:xfrm>
            <a:off x="1066800" y="3657508"/>
            <a:ext cx="1537952" cy="10889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QEMU Internal </a:t>
            </a:r>
          </a:p>
          <a:p>
            <a:pPr algn="ctr"/>
            <a:r>
              <a:rPr lang="en-US" b="1" dirty="0" smtClean="0">
                <a:solidFill>
                  <a:schemeClr val="tx1"/>
                </a:solidFill>
              </a:rPr>
              <a:t>Read Memory Interface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971776" y="1667278"/>
            <a:ext cx="1537952" cy="9235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QEMU internal IO thread # 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784877" y="1667278"/>
            <a:ext cx="1537952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QEMU internal IO thread # 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629376" y="1667278"/>
            <a:ext cx="1537952" cy="9144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QEMU internal IO thread # k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/>
          <p:cNvCxnSpPr>
            <a:stCxn id="61" idx="1"/>
            <a:endCxn id="58" idx="1"/>
          </p:cNvCxnSpPr>
          <p:nvPr/>
        </p:nvCxnSpPr>
        <p:spPr>
          <a:xfrm flipH="1">
            <a:off x="4565024" y="6191292"/>
            <a:ext cx="1253103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4800600" y="5554084"/>
            <a:ext cx="941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SELinux</a:t>
            </a:r>
            <a:r>
              <a:rPr lang="en-US" dirty="0" smtClean="0"/>
              <a:t> Labels</a:t>
            </a:r>
            <a:endParaRPr lang="en-US" dirty="0"/>
          </a:p>
        </p:txBody>
      </p:sp>
      <p:cxnSp>
        <p:nvCxnSpPr>
          <p:cNvPr id="70" name="Straight Arrow Connector 69"/>
          <p:cNvCxnSpPr>
            <a:stCxn id="56" idx="0"/>
            <a:endCxn id="64" idx="2"/>
          </p:cNvCxnSpPr>
          <p:nvPr/>
        </p:nvCxnSpPr>
        <p:spPr>
          <a:xfrm flipH="1" flipV="1">
            <a:off x="1835776" y="4746473"/>
            <a:ext cx="15562" cy="996742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57" idx="0"/>
          </p:cNvCxnSpPr>
          <p:nvPr/>
        </p:nvCxnSpPr>
        <p:spPr>
          <a:xfrm flipH="1" flipV="1">
            <a:off x="1851338" y="4746473"/>
            <a:ext cx="1727647" cy="996742"/>
          </a:xfrm>
          <a:prstGeom prst="straightConnector1">
            <a:avLst/>
          </a:prstGeom>
          <a:ln w="28575"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55" idx="2"/>
            <a:endCxn id="64" idx="0"/>
          </p:cNvCxnSpPr>
          <p:nvPr/>
        </p:nvCxnSpPr>
        <p:spPr>
          <a:xfrm flipH="1">
            <a:off x="1835776" y="2590800"/>
            <a:ext cx="15240" cy="1066708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>
            <a:stCxn id="55" idx="3"/>
            <a:endCxn id="65" idx="1"/>
          </p:cNvCxnSpPr>
          <p:nvPr/>
        </p:nvCxnSpPr>
        <p:spPr>
          <a:xfrm>
            <a:off x="2619992" y="2129039"/>
            <a:ext cx="351784" cy="0"/>
          </a:xfrm>
          <a:prstGeom prst="line">
            <a:avLst/>
          </a:prstGeom>
          <a:ln w="28575">
            <a:prstDash val="dash"/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>
            <a:stCxn id="65" idx="3"/>
            <a:endCxn id="66" idx="1"/>
          </p:cNvCxnSpPr>
          <p:nvPr/>
        </p:nvCxnSpPr>
        <p:spPr>
          <a:xfrm flipV="1">
            <a:off x="4509728" y="2124478"/>
            <a:ext cx="275149" cy="4561"/>
          </a:xfrm>
          <a:prstGeom prst="line">
            <a:avLst/>
          </a:prstGeom>
          <a:ln w="28575">
            <a:prstDash val="dash"/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66" idx="3"/>
            <a:endCxn id="67" idx="1"/>
          </p:cNvCxnSpPr>
          <p:nvPr/>
        </p:nvCxnSpPr>
        <p:spPr>
          <a:xfrm>
            <a:off x="6322829" y="2124478"/>
            <a:ext cx="306547" cy="0"/>
          </a:xfrm>
          <a:prstGeom prst="line">
            <a:avLst/>
          </a:prstGeom>
          <a:ln w="28575">
            <a:prstDash val="dash"/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/>
          <p:cNvCxnSpPr>
            <a:stCxn id="67" idx="3"/>
            <a:endCxn id="55" idx="1"/>
          </p:cNvCxnSpPr>
          <p:nvPr/>
        </p:nvCxnSpPr>
        <p:spPr>
          <a:xfrm flipH="1">
            <a:off x="1082040" y="2124478"/>
            <a:ext cx="7085288" cy="4561"/>
          </a:xfrm>
          <a:prstGeom prst="curvedConnector5">
            <a:avLst>
              <a:gd name="adj1" fmla="val -3226"/>
              <a:gd name="adj2" fmla="val -19959614"/>
              <a:gd name="adj3" fmla="val 103226"/>
            </a:avLst>
          </a:prstGeom>
          <a:ln w="28575">
            <a:prstDash val="dash"/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3585735" y="609600"/>
            <a:ext cx="24493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 smtClean="0"/>
              <a:t>1. Introspection begins by grabbing QEMU IO </a:t>
            </a:r>
            <a:r>
              <a:rPr lang="en-US" sz="1500" dirty="0" err="1" smtClean="0"/>
              <a:t>mutex</a:t>
            </a:r>
            <a:endParaRPr lang="en-US" sz="1500" dirty="0"/>
          </a:p>
        </p:txBody>
      </p:sp>
      <p:sp>
        <p:nvSpPr>
          <p:cNvPr id="78" name="Rectangular Callout 77"/>
          <p:cNvSpPr/>
          <p:nvPr/>
        </p:nvSpPr>
        <p:spPr>
          <a:xfrm>
            <a:off x="2795884" y="4260296"/>
            <a:ext cx="1642148" cy="972355"/>
          </a:xfrm>
          <a:prstGeom prst="wedgeRectCallout">
            <a:avLst>
              <a:gd name="adj1" fmla="val -31743"/>
              <a:gd name="adj2" fmla="val 73589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smtClean="0">
                <a:solidFill>
                  <a:schemeClr val="tx1"/>
                </a:solidFill>
              </a:rPr>
              <a:t>3. </a:t>
            </a:r>
            <a:r>
              <a:rPr lang="en-US" sz="1500" dirty="0" err="1" smtClean="0">
                <a:solidFill>
                  <a:schemeClr val="tx1"/>
                </a:solidFill>
              </a:rPr>
              <a:t>CloudFlow</a:t>
            </a:r>
            <a:r>
              <a:rPr lang="en-US" sz="1500" dirty="0" smtClean="0">
                <a:solidFill>
                  <a:schemeClr val="tx1"/>
                </a:solidFill>
              </a:rPr>
              <a:t> introspects for key kernel structures in guest kernel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28600" y="2641845"/>
            <a:ext cx="1622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dirty="0" smtClean="0"/>
              <a:t>2. </a:t>
            </a:r>
            <a:r>
              <a:rPr lang="en-US" sz="1500" dirty="0" err="1" smtClean="0"/>
              <a:t>CloudFlow</a:t>
            </a:r>
            <a:r>
              <a:rPr lang="en-US" sz="1500" dirty="0" smtClean="0"/>
              <a:t> uses internal QEMU read memory interface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862954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76</Words>
  <Application>Microsoft Office PowerPoint</Application>
  <PresentationFormat>Custom</PresentationFormat>
  <Paragraphs>19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Mirza Basim Baig</dc:creator>
  <cp:lastModifiedBy>Mirza Basim Baig</cp:lastModifiedBy>
  <cp:revision>11</cp:revision>
  <dcterms:created xsi:type="dcterms:W3CDTF">2013-05-07T19:54:53Z</dcterms:created>
  <dcterms:modified xsi:type="dcterms:W3CDTF">2013-05-07T20:25:30Z</dcterms:modified>
</cp:coreProperties>
</file>