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4572000" cy="6400800"/>
  <p:notesSz cx="6858000" cy="9144000"/>
  <p:defaultTextStyle>
    <a:defPPr>
      <a:defRPr lang="en-US"/>
    </a:defPPr>
    <a:lvl1pPr marL="0" algn="l" defTabSz="30477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152385" algn="l" defTabSz="30477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304770" algn="l" defTabSz="30477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457154" algn="l" defTabSz="30477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609539" algn="l" defTabSz="30477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761924" algn="l" defTabSz="30477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914309" algn="l" defTabSz="30477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066693" algn="l" defTabSz="30477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219078" algn="l" defTabSz="30477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D5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2496" y="-72"/>
      </p:cViewPr>
      <p:guideLst>
        <p:guide orient="horz" pos="2016"/>
        <p:guide pos="14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988402"/>
            <a:ext cx="3886200" cy="137202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627120"/>
            <a:ext cx="3200400" cy="163576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523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04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57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095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61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914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666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2190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A089-4438-4E57-BD44-FB2C27C0A3EC}" type="datetimeFigureOut">
              <a:rPr lang="en-US" smtClean="0"/>
              <a:t>4/15/2013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3198-08D4-4210-829B-D53B62C17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631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A089-4438-4E57-BD44-FB2C27C0A3EC}" type="datetimeFigureOut">
              <a:rPr lang="en-US" smtClean="0"/>
              <a:t>4/15/2013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3198-08D4-4210-829B-D53B62C17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601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157" y="4113110"/>
            <a:ext cx="3886200" cy="1271270"/>
          </a:xfrm>
        </p:spPr>
        <p:txBody>
          <a:bodyPr anchor="t"/>
          <a:lstStyle>
            <a:lvl1pPr algn="l">
              <a:defRPr sz="13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157" y="2712935"/>
            <a:ext cx="3886200" cy="1400175"/>
          </a:xfrm>
        </p:spPr>
        <p:txBody>
          <a:bodyPr anchor="b"/>
          <a:lstStyle>
            <a:lvl1pPr marL="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1pPr>
            <a:lvl2pPr marL="152385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2pPr>
            <a:lvl3pPr marL="304770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3pPr>
            <a:lvl4pPr marL="457154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4pPr>
            <a:lvl5pPr marL="609539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5pPr>
            <a:lvl6pPr marL="761924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6pPr>
            <a:lvl7pPr marL="914309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7pPr>
            <a:lvl8pPr marL="1066693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8pPr>
            <a:lvl9pPr marL="1219078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A089-4438-4E57-BD44-FB2C27C0A3EC}" type="datetimeFigureOut">
              <a:rPr lang="en-US" smtClean="0"/>
              <a:t>4/15/2013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3198-08D4-4210-829B-D53B62C17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71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493526"/>
            <a:ext cx="2019300" cy="4224233"/>
          </a:xfrm>
        </p:spPr>
        <p:txBody>
          <a:bodyPr/>
          <a:lstStyle>
            <a:lvl1pPr>
              <a:defRPr sz="900"/>
            </a:lvl1pPr>
            <a:lvl2pPr>
              <a:defRPr sz="800"/>
            </a:lvl2pPr>
            <a:lvl3pPr>
              <a:defRPr sz="70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24100" y="1493526"/>
            <a:ext cx="2019300" cy="4224233"/>
          </a:xfrm>
        </p:spPr>
        <p:txBody>
          <a:bodyPr/>
          <a:lstStyle>
            <a:lvl1pPr>
              <a:defRPr sz="900"/>
            </a:lvl1pPr>
            <a:lvl2pPr>
              <a:defRPr sz="800"/>
            </a:lvl2pPr>
            <a:lvl3pPr>
              <a:defRPr sz="70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A089-4438-4E57-BD44-FB2C27C0A3EC}" type="datetimeFigureOut">
              <a:rPr lang="en-US" smtClean="0"/>
              <a:t>4/15/2013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3198-08D4-4210-829B-D53B62C17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913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1432773"/>
            <a:ext cx="2020094" cy="597111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700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00" b="1"/>
            </a:lvl4pPr>
            <a:lvl5pPr marL="609539" indent="0">
              <a:buNone/>
              <a:defRPr sz="500" b="1"/>
            </a:lvl5pPr>
            <a:lvl6pPr marL="761924" indent="0">
              <a:buNone/>
              <a:defRPr sz="500" b="1"/>
            </a:lvl6pPr>
            <a:lvl7pPr marL="914309" indent="0">
              <a:buNone/>
              <a:defRPr sz="500" b="1"/>
            </a:lvl7pPr>
            <a:lvl8pPr marL="1066693" indent="0">
              <a:buNone/>
              <a:defRPr sz="500" b="1"/>
            </a:lvl8pPr>
            <a:lvl9pPr marL="1219078" indent="0">
              <a:buNone/>
              <a:defRPr sz="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" y="2029884"/>
            <a:ext cx="2020094" cy="3687869"/>
          </a:xfrm>
        </p:spPr>
        <p:txBody>
          <a:bodyPr/>
          <a:lstStyle>
            <a:lvl1pPr>
              <a:defRPr sz="800"/>
            </a:lvl1pPr>
            <a:lvl2pPr>
              <a:defRPr sz="700"/>
            </a:lvl2pPr>
            <a:lvl3pPr>
              <a:defRPr sz="600"/>
            </a:lvl3pPr>
            <a:lvl4pPr>
              <a:defRPr sz="500"/>
            </a:lvl4pPr>
            <a:lvl5pPr>
              <a:defRPr sz="500"/>
            </a:lvl5pPr>
            <a:lvl6pPr>
              <a:defRPr sz="500"/>
            </a:lvl6pPr>
            <a:lvl7pPr>
              <a:defRPr sz="500"/>
            </a:lvl7pPr>
            <a:lvl8pPr>
              <a:defRPr sz="500"/>
            </a:lvl8pPr>
            <a:lvl9pPr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22513" y="1432773"/>
            <a:ext cx="2020888" cy="597111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700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00" b="1"/>
            </a:lvl4pPr>
            <a:lvl5pPr marL="609539" indent="0">
              <a:buNone/>
              <a:defRPr sz="500" b="1"/>
            </a:lvl5pPr>
            <a:lvl6pPr marL="761924" indent="0">
              <a:buNone/>
              <a:defRPr sz="500" b="1"/>
            </a:lvl6pPr>
            <a:lvl7pPr marL="914309" indent="0">
              <a:buNone/>
              <a:defRPr sz="500" b="1"/>
            </a:lvl7pPr>
            <a:lvl8pPr marL="1066693" indent="0">
              <a:buNone/>
              <a:defRPr sz="500" b="1"/>
            </a:lvl8pPr>
            <a:lvl9pPr marL="1219078" indent="0">
              <a:buNone/>
              <a:defRPr sz="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22513" y="2029884"/>
            <a:ext cx="2020888" cy="3687869"/>
          </a:xfrm>
        </p:spPr>
        <p:txBody>
          <a:bodyPr/>
          <a:lstStyle>
            <a:lvl1pPr>
              <a:defRPr sz="800"/>
            </a:lvl1pPr>
            <a:lvl2pPr>
              <a:defRPr sz="700"/>
            </a:lvl2pPr>
            <a:lvl3pPr>
              <a:defRPr sz="600"/>
            </a:lvl3pPr>
            <a:lvl4pPr>
              <a:defRPr sz="500"/>
            </a:lvl4pPr>
            <a:lvl5pPr>
              <a:defRPr sz="500"/>
            </a:lvl5pPr>
            <a:lvl6pPr>
              <a:defRPr sz="500"/>
            </a:lvl6pPr>
            <a:lvl7pPr>
              <a:defRPr sz="500"/>
            </a:lvl7pPr>
            <a:lvl8pPr>
              <a:defRPr sz="500"/>
            </a:lvl8pPr>
            <a:lvl9pPr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A089-4438-4E57-BD44-FB2C27C0A3EC}" type="datetimeFigureOut">
              <a:rPr lang="en-US" smtClean="0"/>
              <a:t>4/15/2013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3198-08D4-4210-829B-D53B62C17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52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A089-4438-4E57-BD44-FB2C27C0A3EC}" type="datetimeFigureOut">
              <a:rPr lang="en-US" smtClean="0"/>
              <a:t>4/15/2013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3198-08D4-4210-829B-D53B62C17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785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A089-4438-4E57-BD44-FB2C27C0A3EC}" type="datetimeFigureOut">
              <a:rPr lang="en-US" smtClean="0"/>
              <a:t>4/15/2013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3198-08D4-4210-829B-D53B62C17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722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3" y="254846"/>
            <a:ext cx="1504157" cy="1084580"/>
          </a:xfrm>
        </p:spPr>
        <p:txBody>
          <a:bodyPr anchor="b"/>
          <a:lstStyle>
            <a:lvl1pPr algn="l">
              <a:defRPr sz="7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7528" y="254854"/>
            <a:ext cx="2555875" cy="5462905"/>
          </a:xfrm>
        </p:spPr>
        <p:txBody>
          <a:bodyPr/>
          <a:lstStyle>
            <a:lvl1pPr>
              <a:defRPr sz="1100"/>
            </a:lvl1pPr>
            <a:lvl2pPr>
              <a:defRPr sz="900"/>
            </a:lvl2pPr>
            <a:lvl3pPr>
              <a:defRPr sz="80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3" y="1339433"/>
            <a:ext cx="1504157" cy="4378325"/>
          </a:xfrm>
        </p:spPr>
        <p:txBody>
          <a:bodyPr/>
          <a:lstStyle>
            <a:lvl1pPr marL="0" indent="0">
              <a:buNone/>
              <a:defRPr sz="500"/>
            </a:lvl1pPr>
            <a:lvl2pPr marL="152385" indent="0">
              <a:buNone/>
              <a:defRPr sz="400"/>
            </a:lvl2pPr>
            <a:lvl3pPr marL="304770" indent="0">
              <a:buNone/>
              <a:defRPr sz="300"/>
            </a:lvl3pPr>
            <a:lvl4pPr marL="457154" indent="0">
              <a:buNone/>
              <a:defRPr sz="300"/>
            </a:lvl4pPr>
            <a:lvl5pPr marL="609539" indent="0">
              <a:buNone/>
              <a:defRPr sz="300"/>
            </a:lvl5pPr>
            <a:lvl6pPr marL="761924" indent="0">
              <a:buNone/>
              <a:defRPr sz="300"/>
            </a:lvl6pPr>
            <a:lvl7pPr marL="914309" indent="0">
              <a:buNone/>
              <a:defRPr sz="300"/>
            </a:lvl7pPr>
            <a:lvl8pPr marL="1066693" indent="0">
              <a:buNone/>
              <a:defRPr sz="300"/>
            </a:lvl8pPr>
            <a:lvl9pPr marL="1219078" indent="0">
              <a:buNone/>
              <a:defRPr sz="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A089-4438-4E57-BD44-FB2C27C0A3EC}" type="datetimeFigureOut">
              <a:rPr lang="en-US" smtClean="0"/>
              <a:t>4/15/2013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3198-08D4-4210-829B-D53B62C17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05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44" y="4480562"/>
            <a:ext cx="2743200" cy="528955"/>
          </a:xfrm>
        </p:spPr>
        <p:txBody>
          <a:bodyPr anchor="b"/>
          <a:lstStyle>
            <a:lvl1pPr algn="l">
              <a:defRPr sz="7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96144" y="571924"/>
            <a:ext cx="2743200" cy="3840480"/>
          </a:xfrm>
        </p:spPr>
        <p:txBody>
          <a:bodyPr/>
          <a:lstStyle>
            <a:lvl1pPr marL="0" indent="0">
              <a:buNone/>
              <a:defRPr sz="1100"/>
            </a:lvl1pPr>
            <a:lvl2pPr marL="152385" indent="0">
              <a:buNone/>
              <a:defRPr sz="900"/>
            </a:lvl2pPr>
            <a:lvl3pPr marL="304770" indent="0">
              <a:buNone/>
              <a:defRPr sz="800"/>
            </a:lvl3pPr>
            <a:lvl4pPr marL="457154" indent="0">
              <a:buNone/>
              <a:defRPr sz="700"/>
            </a:lvl4pPr>
            <a:lvl5pPr marL="609539" indent="0">
              <a:buNone/>
              <a:defRPr sz="700"/>
            </a:lvl5pPr>
            <a:lvl6pPr marL="761924" indent="0">
              <a:buNone/>
              <a:defRPr sz="700"/>
            </a:lvl6pPr>
            <a:lvl7pPr marL="914309" indent="0">
              <a:buNone/>
              <a:defRPr sz="700"/>
            </a:lvl7pPr>
            <a:lvl8pPr marL="1066693" indent="0">
              <a:buNone/>
              <a:defRPr sz="700"/>
            </a:lvl8pPr>
            <a:lvl9pPr marL="1219078" indent="0">
              <a:buNone/>
              <a:defRPr sz="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6144" y="5009517"/>
            <a:ext cx="2743200" cy="751205"/>
          </a:xfrm>
        </p:spPr>
        <p:txBody>
          <a:bodyPr/>
          <a:lstStyle>
            <a:lvl1pPr marL="0" indent="0">
              <a:buNone/>
              <a:defRPr sz="500"/>
            </a:lvl1pPr>
            <a:lvl2pPr marL="152385" indent="0">
              <a:buNone/>
              <a:defRPr sz="400"/>
            </a:lvl2pPr>
            <a:lvl3pPr marL="304770" indent="0">
              <a:buNone/>
              <a:defRPr sz="300"/>
            </a:lvl3pPr>
            <a:lvl4pPr marL="457154" indent="0">
              <a:buNone/>
              <a:defRPr sz="300"/>
            </a:lvl4pPr>
            <a:lvl5pPr marL="609539" indent="0">
              <a:buNone/>
              <a:defRPr sz="300"/>
            </a:lvl5pPr>
            <a:lvl6pPr marL="761924" indent="0">
              <a:buNone/>
              <a:defRPr sz="300"/>
            </a:lvl6pPr>
            <a:lvl7pPr marL="914309" indent="0">
              <a:buNone/>
              <a:defRPr sz="300"/>
            </a:lvl7pPr>
            <a:lvl8pPr marL="1066693" indent="0">
              <a:buNone/>
              <a:defRPr sz="300"/>
            </a:lvl8pPr>
            <a:lvl9pPr marL="1219078" indent="0">
              <a:buNone/>
              <a:defRPr sz="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A089-4438-4E57-BD44-FB2C27C0A3EC}" type="datetimeFigureOut">
              <a:rPr lang="en-US" smtClean="0"/>
              <a:t>4/15/2013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3198-08D4-4210-829B-D53B62C17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84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A089-4438-4E57-BD44-FB2C27C0A3EC}" type="datetimeFigureOut">
              <a:rPr lang="en-US" smtClean="0"/>
              <a:t>4/15/2013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3198-08D4-4210-829B-D53B62C17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250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14700" y="256335"/>
            <a:ext cx="1028700" cy="546142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56335"/>
            <a:ext cx="3009900" cy="54614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A089-4438-4E57-BD44-FB2C27C0A3EC}" type="datetimeFigureOut">
              <a:rPr lang="en-US" smtClean="0"/>
              <a:t>4/15/2013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3198-08D4-4210-829B-D53B62C17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99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256329"/>
            <a:ext cx="4114800" cy="1066800"/>
          </a:xfrm>
          <a:prstGeom prst="rect">
            <a:avLst/>
          </a:prstGeom>
        </p:spPr>
        <p:txBody>
          <a:bodyPr vert="horz" lIns="30477" tIns="15238" rIns="30477" bIns="1523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1493526"/>
            <a:ext cx="4114800" cy="4224233"/>
          </a:xfrm>
          <a:prstGeom prst="rect">
            <a:avLst/>
          </a:prstGeom>
        </p:spPr>
        <p:txBody>
          <a:bodyPr vert="horz" lIns="30477" tIns="15238" rIns="30477" bIns="1523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5932600"/>
            <a:ext cx="1066800" cy="340784"/>
          </a:xfrm>
          <a:prstGeom prst="rect">
            <a:avLst/>
          </a:prstGeom>
        </p:spPr>
        <p:txBody>
          <a:bodyPr vert="horz" lIns="30477" tIns="15238" rIns="30477" bIns="15238" rtlCol="0" anchor="ctr"/>
          <a:lstStyle>
            <a:lvl1pPr algn="l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7A089-4438-4E57-BD44-FB2C27C0A3EC}" type="datetimeFigureOut">
              <a:rPr lang="en-US" smtClean="0"/>
              <a:t>4/15/2013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2100" y="5932600"/>
            <a:ext cx="1447800" cy="340784"/>
          </a:xfrm>
          <a:prstGeom prst="rect">
            <a:avLst/>
          </a:prstGeom>
        </p:spPr>
        <p:txBody>
          <a:bodyPr vert="horz" lIns="30477" tIns="15238" rIns="30477" bIns="15238" rtlCol="0" anchor="ctr"/>
          <a:lstStyle>
            <a:lvl1pPr algn="ct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76600" y="5932600"/>
            <a:ext cx="1066800" cy="340784"/>
          </a:xfrm>
          <a:prstGeom prst="rect">
            <a:avLst/>
          </a:prstGeom>
        </p:spPr>
        <p:txBody>
          <a:bodyPr vert="horz" lIns="30477" tIns="15238" rIns="30477" bIns="15238" rtlCol="0" anchor="ctr"/>
          <a:lstStyle>
            <a:lvl1pPr algn="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A3198-08D4-4210-829B-D53B62C177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490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04770" rtl="0" eaLnBrk="1" latinLnBrk="0" hangingPunct="1">
        <a:spcBef>
          <a:spcPct val="0"/>
        </a:spcBef>
        <a:buNone/>
        <a:defRPr sz="1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89" indent="-114289" algn="l" defTabSz="304770" rtl="0" eaLnBrk="1" latinLnBrk="0" hangingPunct="1">
        <a:spcBef>
          <a:spcPct val="20000"/>
        </a:spcBef>
        <a:buFont typeface="Arial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47625" indent="-95240" algn="l" defTabSz="304770" rtl="0" eaLnBrk="1" latinLnBrk="0" hangingPunct="1">
        <a:spcBef>
          <a:spcPct val="20000"/>
        </a:spcBef>
        <a:buFont typeface="Arial" pitchFamily="34" charset="0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380962" indent="-76192" algn="l" defTabSz="304770" rtl="0" eaLnBrk="1" latinLnBrk="0" hangingPunct="1">
        <a:spcBef>
          <a:spcPct val="20000"/>
        </a:spcBef>
        <a:buFont typeface="Arial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533347" indent="-76192" algn="l" defTabSz="304770" rtl="0" eaLnBrk="1" latinLnBrk="0" hangingPunct="1">
        <a:spcBef>
          <a:spcPct val="20000"/>
        </a:spcBef>
        <a:buFont typeface="Arial" pitchFamily="34" charset="0"/>
        <a:buChar char="–"/>
        <a:defRPr sz="700" kern="1200">
          <a:solidFill>
            <a:schemeClr val="tx1"/>
          </a:solidFill>
          <a:latin typeface="+mn-lt"/>
          <a:ea typeface="+mn-ea"/>
          <a:cs typeface="+mn-cs"/>
        </a:defRPr>
      </a:lvl4pPr>
      <a:lvl5pPr marL="685731" indent="-76192" algn="l" defTabSz="304770" rtl="0" eaLnBrk="1" latinLnBrk="0" hangingPunct="1">
        <a:spcBef>
          <a:spcPct val="20000"/>
        </a:spcBef>
        <a:buFont typeface="Arial" pitchFamily="34" charset="0"/>
        <a:buChar char="»"/>
        <a:defRPr sz="700" kern="1200">
          <a:solidFill>
            <a:schemeClr val="tx1"/>
          </a:solidFill>
          <a:latin typeface="+mn-lt"/>
          <a:ea typeface="+mn-ea"/>
          <a:cs typeface="+mn-cs"/>
        </a:defRPr>
      </a:lvl5pPr>
      <a:lvl6pPr marL="838116" indent="-76192" algn="l" defTabSz="304770" rtl="0" eaLnBrk="1" latinLnBrk="0" hangingPunct="1">
        <a:spcBef>
          <a:spcPct val="20000"/>
        </a:spcBef>
        <a:buFont typeface="Arial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6pPr>
      <a:lvl7pPr marL="990501" indent="-76192" algn="l" defTabSz="304770" rtl="0" eaLnBrk="1" latinLnBrk="0" hangingPunct="1">
        <a:spcBef>
          <a:spcPct val="20000"/>
        </a:spcBef>
        <a:buFont typeface="Arial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7pPr>
      <a:lvl8pPr marL="1142886" indent="-76192" algn="l" defTabSz="304770" rtl="0" eaLnBrk="1" latinLnBrk="0" hangingPunct="1">
        <a:spcBef>
          <a:spcPct val="20000"/>
        </a:spcBef>
        <a:buFont typeface="Arial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8pPr>
      <a:lvl9pPr marL="1295270" indent="-76192" algn="l" defTabSz="304770" rtl="0" eaLnBrk="1" latinLnBrk="0" hangingPunct="1">
        <a:spcBef>
          <a:spcPct val="20000"/>
        </a:spcBef>
        <a:buFont typeface="Arial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52385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0477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5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0953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76192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1430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066693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19078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/>
          <p:cNvSpPr/>
          <p:nvPr/>
        </p:nvSpPr>
        <p:spPr>
          <a:xfrm>
            <a:off x="511024" y="4019763"/>
            <a:ext cx="3679976" cy="9684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L3 Cache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511024" y="5278702"/>
            <a:ext cx="3679976" cy="968415"/>
          </a:xfrm>
          <a:prstGeom prst="rect">
            <a:avLst/>
          </a:prstGeom>
          <a:solidFill>
            <a:srgbClr val="C5D5E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Main Memory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511024" y="1889251"/>
            <a:ext cx="1355780" cy="581049"/>
          </a:xfrm>
          <a:prstGeom prst="rect">
            <a:avLst/>
          </a:prstGeom>
          <a:solidFill>
            <a:srgbClr val="C5D5E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CPU 1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511024" y="2470300"/>
            <a:ext cx="1355780" cy="58104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L1 Cache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511024" y="3051349"/>
            <a:ext cx="1355780" cy="58104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L2 Cache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2835220" y="1889251"/>
            <a:ext cx="1355780" cy="581049"/>
          </a:xfrm>
          <a:prstGeom prst="rect">
            <a:avLst/>
          </a:prstGeom>
          <a:solidFill>
            <a:srgbClr val="C5D5E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CPU 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835220" y="2470300"/>
            <a:ext cx="1355780" cy="581049"/>
          </a:xfrm>
          <a:prstGeom prst="rect">
            <a:avLst/>
          </a:prstGeom>
          <a:solidFill>
            <a:srgbClr val="C5D5E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L1 Cache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2835220" y="3051349"/>
            <a:ext cx="1355780" cy="581049"/>
          </a:xfrm>
          <a:prstGeom prst="rect">
            <a:avLst/>
          </a:prstGeom>
          <a:solidFill>
            <a:srgbClr val="C5D5E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L2 Cache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14" name="Straight Arrow Connector 113"/>
          <p:cNvCxnSpPr>
            <a:stCxn id="110" idx="2"/>
          </p:cNvCxnSpPr>
          <p:nvPr/>
        </p:nvCxnSpPr>
        <p:spPr>
          <a:xfrm>
            <a:off x="1188915" y="3632397"/>
            <a:ext cx="581049" cy="387366"/>
          </a:xfrm>
          <a:prstGeom prst="straightConnector1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>
            <a:stCxn id="113" idx="2"/>
          </p:cNvCxnSpPr>
          <p:nvPr/>
        </p:nvCxnSpPr>
        <p:spPr>
          <a:xfrm flipH="1">
            <a:off x="3028902" y="3632397"/>
            <a:ext cx="484207" cy="387366"/>
          </a:xfrm>
          <a:prstGeom prst="straightConnector1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>
            <a:stCxn id="106" idx="2"/>
            <a:endCxn id="107" idx="0"/>
          </p:cNvCxnSpPr>
          <p:nvPr/>
        </p:nvCxnSpPr>
        <p:spPr>
          <a:xfrm>
            <a:off x="2351012" y="4988178"/>
            <a:ext cx="0" cy="290524"/>
          </a:xfrm>
          <a:prstGeom prst="straightConnector1">
            <a:avLst/>
          </a:prstGeom>
          <a:ln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7" name="Picture 1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02" y="533470"/>
            <a:ext cx="968415" cy="1004841"/>
          </a:xfrm>
          <a:prstGeom prst="rect">
            <a:avLst/>
          </a:prstGeom>
        </p:spPr>
      </p:pic>
      <p:pic>
        <p:nvPicPr>
          <p:cNvPr id="118" name="Picture 1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600" y="533470"/>
            <a:ext cx="968415" cy="1004841"/>
          </a:xfrm>
          <a:prstGeom prst="rect">
            <a:avLst/>
          </a:prstGeom>
        </p:spPr>
      </p:pic>
      <p:pic>
        <p:nvPicPr>
          <p:cNvPr id="119" name="Picture 1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902" y="533470"/>
            <a:ext cx="968415" cy="1004841"/>
          </a:xfrm>
          <a:prstGeom prst="rect">
            <a:avLst/>
          </a:prstGeom>
        </p:spPr>
      </p:pic>
      <p:cxnSp>
        <p:nvCxnSpPr>
          <p:cNvPr id="120" name="Straight Arrow Connector 119"/>
          <p:cNvCxnSpPr>
            <a:stCxn id="117" idx="2"/>
            <a:endCxn id="108" idx="0"/>
          </p:cNvCxnSpPr>
          <p:nvPr/>
        </p:nvCxnSpPr>
        <p:spPr>
          <a:xfrm>
            <a:off x="742709" y="1538311"/>
            <a:ext cx="446208" cy="350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>
            <a:stCxn id="118" idx="2"/>
            <a:endCxn id="108" idx="0"/>
          </p:cNvCxnSpPr>
          <p:nvPr/>
        </p:nvCxnSpPr>
        <p:spPr>
          <a:xfrm flipH="1">
            <a:off x="1188916" y="1538311"/>
            <a:ext cx="715892" cy="350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>
            <a:stCxn id="119" idx="2"/>
            <a:endCxn id="111" idx="0"/>
          </p:cNvCxnSpPr>
          <p:nvPr/>
        </p:nvCxnSpPr>
        <p:spPr>
          <a:xfrm>
            <a:off x="3513110" y="1538311"/>
            <a:ext cx="0" cy="350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479385" y="228600"/>
            <a:ext cx="968415" cy="43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VM 1</a:t>
            </a:r>
            <a:endParaRPr lang="en-US" sz="1600" dirty="0"/>
          </a:p>
        </p:txBody>
      </p:sp>
      <p:sp>
        <p:nvSpPr>
          <p:cNvPr id="124" name="TextBox 123"/>
          <p:cNvSpPr txBox="1"/>
          <p:nvPr/>
        </p:nvSpPr>
        <p:spPr>
          <a:xfrm>
            <a:off x="1622385" y="228600"/>
            <a:ext cx="968415" cy="43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VM 2</a:t>
            </a:r>
            <a:endParaRPr lang="en-US" sz="1600" dirty="0"/>
          </a:p>
        </p:txBody>
      </p:sp>
      <p:sp>
        <p:nvSpPr>
          <p:cNvPr id="125" name="TextBox 124"/>
          <p:cNvSpPr txBox="1"/>
          <p:nvPr/>
        </p:nvSpPr>
        <p:spPr>
          <a:xfrm>
            <a:off x="3276600" y="228600"/>
            <a:ext cx="968415" cy="43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VM 3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74351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22</Words>
  <Application>Microsoft Office PowerPoint</Application>
  <PresentationFormat>Custom</PresentationFormat>
  <Paragraphs>11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Mirza Basim Baig</dc:creator>
  <cp:lastModifiedBy>Mirza Basim Baig</cp:lastModifiedBy>
  <cp:revision>10</cp:revision>
  <dcterms:created xsi:type="dcterms:W3CDTF">2013-04-15T23:08:23Z</dcterms:created>
  <dcterms:modified xsi:type="dcterms:W3CDTF">2013-04-16T04:00:17Z</dcterms:modified>
</cp:coreProperties>
</file>